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120640"/>
            <a:ext cx="2377440" cy="23774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48640"/>
            <a:ext cx="2560320" cy="256032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120640"/>
            <a:ext cx="1645920" cy="16459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548640"/>
            <a:ext cx="850392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548640"/>
            <a:ext cx="2240280" cy="5669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896112"/>
            <a:ext cx="178308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41832"/>
            <a:ext cx="1554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</a:rPr>
              <a:t>MICROSERVICES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6035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</a:rPr>
              <a:t>JKart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</a:rPr>
              <a:t>E-Commerce Multi-Vendor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16352"/>
            <a:ext cx="7589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</a:rPr>
              <a:t>Angular Frontend • Spring Boot Microservices • MySQL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493008"/>
            <a:ext cx="37947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886200"/>
            <a:ext cx="530352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5303520" cy="2011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4315968"/>
            <a:ext cx="1234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4462272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0" y="4480560"/>
            <a:ext cx="512064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0" y="4645152"/>
            <a:ext cx="384048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4315968"/>
            <a:ext cx="1234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61488" y="4462272"/>
            <a:ext cx="384048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18688" y="4480560"/>
            <a:ext cx="512064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18688" y="4645152"/>
            <a:ext cx="384048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24528" y="4315968"/>
            <a:ext cx="1234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6" y="4462272"/>
            <a:ext cx="384048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1456" y="4480560"/>
            <a:ext cx="512064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91456" y="4645152"/>
            <a:ext cx="384048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4315968"/>
            <a:ext cx="12984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0016" y="4709160"/>
            <a:ext cx="16459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6048" y="4526280"/>
            <a:ext cx="164592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2079" y="4645152"/>
            <a:ext cx="164592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4160520"/>
            <a:ext cx="1417320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197096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Secure JWT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864608"/>
            <a:ext cx="141732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901184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</a:rPr>
              <a:t>Responsive 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486400"/>
            <a:ext cx="141732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522976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</a:rPr>
              <a:t>Invoice 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100584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8" y="1115568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CBD5E1"/>
                </a:solidFill>
              </a:rPr>
              <a:t>Prepared 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1627632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Jay Kumar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8" y="2487168"/>
            <a:ext cx="13716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8" y="2880360"/>
            <a:ext cx="157276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jay.kumar2@wipro.com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4160520"/>
            <a:ext cx="15087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418795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Angular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4709159"/>
            <a:ext cx="1508760" cy="329184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4736591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</a:rPr>
              <a:t>Spring Boot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6920" y="5257800"/>
            <a:ext cx="1508760" cy="32918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5285232"/>
            <a:ext cx="1508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59E0B"/>
                </a:solidFill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Project objective, architecture style, and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6576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3328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Business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20"/>
            <a:ext cx="33375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Build a complete online shopping platform with modular backend services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Support product browsing, cart, checkout, payment, order history, and invoice generation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Provide role-based access for customer, admin, and vendor related 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3429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36192"/>
            <a:ext cx="30998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74520"/>
            <a:ext cx="31089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Angular, TypeScript, HTML, CSS, Bootstrap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Spring Boot 3.5.15, Spring Cloud, JPA, Hibernate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JWT authentication and BCrypt password encoding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MySQL ecomdb and Maven build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36192"/>
            <a:ext cx="31455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Architecture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74520"/>
            <a:ext cx="315468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Microservices-based backend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Eureka for service discovery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API Gateway as single entry point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Loose coupling and easier maintenance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Request flow from UI to backend services and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6459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Angular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651760"/>
            <a:ext cx="182880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83464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417320"/>
            <a:ext cx="1828800" cy="73152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697480"/>
            <a:ext cx="182880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880360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Product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977639"/>
            <a:ext cx="18288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4160519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057400"/>
            <a:ext cx="201168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24028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Notification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2697480"/>
            <a:ext cx="16002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5349240"/>
            <a:ext cx="201168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53212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Eureka Server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3044952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572000" y="1783080"/>
            <a:ext cx="640080" cy="1261872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3044952"/>
            <a:ext cx="640080" cy="1828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3044952"/>
            <a:ext cx="640080" cy="1298448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40880" y="2423160"/>
            <a:ext cx="685799" cy="19202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" y="1783080"/>
            <a:ext cx="2834640" cy="1280160"/>
          </a:xfrm>
          <a:prstGeom prst="line">
            <a:avLst/>
          </a:prstGeom>
          <a:ln w="25400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80" y="3063240"/>
            <a:ext cx="283464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040880" y="3063240"/>
            <a:ext cx="2834640" cy="12801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89120" y="5349240"/>
            <a:ext cx="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035040" y="1417320"/>
            <a:ext cx="0" cy="393192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35040" y="2697480"/>
            <a:ext cx="0" cy="265176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35040" y="3977639"/>
            <a:ext cx="0" cy="1371601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657600" y="2651760"/>
            <a:ext cx="0" cy="269748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105156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</a:rPr>
              <a:t>Angular Frontend → API Gateway → Microservice → MySQL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Backend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Six services with well-defined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15468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8191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C01 Eureka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Service registry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Enables discovery among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31546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58191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C02 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92024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Single backend entry point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Routes auth, products, orders,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41732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417320"/>
            <a:ext cx="3154680" cy="10972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158191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C03 Auth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192024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Registration and login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JWT, BCrypt, roles, OTP, admin 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794760"/>
            <a:ext cx="31546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95935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C04 Product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29768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Product CRUD operations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Search, filter, sort, stock, category, vendor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31546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95935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C05 Order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429768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Place order and fetch orders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Payment status updates and Feign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79476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31546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3959352"/>
            <a:ext cx="28254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C06 Notification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1" y="4297680"/>
            <a:ext cx="283464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Logs registration, OTP, order and payment events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Future-ready for email or SMS extension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Authentication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Secure user access and role-based application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576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3657600" cy="10972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3328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Authentication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333756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User registers or logs in from Angular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Auth Service validates credentials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Password is encrypted using BCrypt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JWT token is generated after successful login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Token and user details are stored in localStorage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337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325880"/>
            <a:ext cx="33375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490472"/>
            <a:ext cx="30083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828800"/>
            <a:ext cx="30175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Customer flow for shopping and orders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Admin dashboard and admin-only features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Vendor-related product access in UI flow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Angular auth guard controls protected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747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347472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0472"/>
            <a:ext cx="31455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Security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315468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JWT authentication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BCrypt password encryption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Admin password protected registration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OTP support added to registration flow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Global exception handling in backend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Core Business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From product discovery to successful order placement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41732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Browse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170078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371600"/>
            <a:ext cx="1417320" cy="65836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40" y="170078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1371600"/>
            <a:ext cx="1417320" cy="658368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Address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170078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9" y="1371600"/>
            <a:ext cx="1417320" cy="6583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6679" y="170078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79" y="1371600"/>
            <a:ext cx="1417320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199" y="1700784"/>
            <a:ext cx="3657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1371600"/>
            <a:ext cx="1417320" cy="6583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572768"/>
            <a:ext cx="1417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Invoice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560320"/>
            <a:ext cx="36576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2560320"/>
            <a:ext cx="36576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724912"/>
            <a:ext cx="33284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Product and Cart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063240"/>
            <a:ext cx="333756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Product cards with image, name, category, vendor and stock badge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Search, filter and sort supported in product listing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Wishlist and recently viewed tracking are included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Cart stores selected items with quantity and total amount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560320"/>
            <a:ext cx="3337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256032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724912"/>
            <a:ext cx="30083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Checkout and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063240"/>
            <a:ext cx="301752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Address form added before payment stage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Payment modes: COD, UPI and Card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Successful payment updates order status and payment status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Loading and fallback handling improved in checkout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56032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2560320"/>
            <a:ext cx="34747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724912"/>
            <a:ext cx="314553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Orders and 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3063240"/>
            <a:ext cx="315468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Order history shows product and address details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Invoice includes payment status and order summary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PDF invoice download implemented using jsPDF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Local snapshot fallback added for reliable display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Angular modules and user-facing pages in JKart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3832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30540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Main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20"/>
            <a:ext cx="306324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Navbar and Footer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Home, Login, Register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Product List and Product Details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Cart, Payment, Orders, Invoice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Wishlist, Profile, Admin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2468880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828800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Home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17136" y="2167128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2368296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2569464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2093976"/>
            <a:ext cx="320040" cy="32004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150876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508760"/>
            <a:ext cx="2468880" cy="21945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1828800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Products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4656" y="2167128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34656" y="2368296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34656" y="2569464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45167" y="2093976"/>
            <a:ext cx="320040" cy="32004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657600"/>
            <a:ext cx="246888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977639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136" y="4315968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17136" y="4517136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17136" y="4718304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7648" y="4242816"/>
            <a:ext cx="320040" cy="32004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0" y="365760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3657600"/>
            <a:ext cx="2468880" cy="21945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7" y="3977639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Profile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4315968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34656" y="4517136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34656" y="4718304"/>
            <a:ext cx="1783080" cy="640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45167" y="4242816"/>
            <a:ext cx="320040" cy="32004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715000"/>
            <a:ext cx="5257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Layout is ready for real screenshots if you want to add them later.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Model and API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How frontend and backend modules are connected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352044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90472"/>
            <a:ext cx="319125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Database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320040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Database: ecomdb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User entity for login and role details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Product entity for item details, category, vendor and stock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Order entity for quantity, amount, order status and payment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6118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3611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90472"/>
            <a:ext cx="32826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API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29184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Angular services call backend through API Gateway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Gateway routes /api/auth, /api/products, /api/orders, /api/notifications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Order service integrates with Product service using Feign client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Notification service logs registration, OTP, order and payment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37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333756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490472"/>
            <a:ext cx="30083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Reliability and 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828800"/>
            <a:ext cx="3017520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Global exception handlers added in services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ResourceNotFoundException used for missing data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Fallback handling used for payment, orders and invoice pages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localStorage snapshot support reduces UI inconsistency issues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Features and Project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50">
                <a:solidFill>
                  <a:srgbClr val="64748B"/>
                </a:solidFill>
              </a:rPr>
              <a:t>Elements that make JKart more complete and production-oriented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5486400" cy="10972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51572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Functional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20"/>
            <a:ext cx="51663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Search, filter and sort on product listing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Wishlist and recently viewed products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Address-based checkout workflow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COD, UPI and Card payment support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Order history with detailed invoice PDF download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Profile page and admin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578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36192"/>
            <a:ext cx="49286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Technical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874520"/>
            <a:ext cx="493776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Microservices architecture with Eureka and API Gateway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JWT security with BCrypt encoded passwords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Role-based UI behavior and protected routes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Responsive Angular frontend with Bootstrap styling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MySQL persistence with layered Spring Boot services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Notification logging and stable order/invoice fallback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</a:rPr>
              <a:t>JKart demonstrates a full-stack e-commerce workflow using Angular, Spring Boot microservices, JWT-based security, MySQL data management, and a complete order-to-invoice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86200"/>
            <a:ext cx="21488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239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886200"/>
            <a:ext cx="2148840" cy="7498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1239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Angular 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86200"/>
            <a:ext cx="2148840" cy="749808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1239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JWT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886200"/>
            <a:ext cx="2148840" cy="7498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1239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MySQL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5216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BD5E1"/>
                </a:solidFill>
              </a:rPr>
              <a:t>Presented by Jay Kumar  |  jay.kumar2@wipro.com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